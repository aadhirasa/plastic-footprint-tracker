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969264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15568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08176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00784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47088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93392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39696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86000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32304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78608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24912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71216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0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63824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10128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56432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02736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49040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95344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41648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87952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334256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480560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626864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773168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919472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065776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5212080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358384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504688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650992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797296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943600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6089904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6236208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6382512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6528816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6675120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6821424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6967728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7114032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7260336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7406640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7552944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7699248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7845552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7991856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8138160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8284464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8430768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8577072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" y="8723376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8869680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" y="9015984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9162288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9308592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9454896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" y="9601200"/>
            <a:ext cx="6858000" cy="0"/>
          </a:xfrm>
          <a:prstGeom prst="line">
            <a:avLst/>
          </a:prstGeom>
          <a:noFill/>
          <a:ln w="6350">
            <a:solidFill>
              <a:srgbClr val="EDEB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57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F6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PLASTIC AWARENESS PROGRAM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57200" y="77724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DAILY</a:t>
            </a:r>
            <a:endParaRPr lang="en-US" sz="4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PLASTIC RECEIPT</a:t>
            </a:r>
            <a:endParaRPr lang="en-US" sz="4000" dirty="0"/>
          </a:p>
        </p:txBody>
      </p:sp>
      <p:sp>
        <p:nvSpPr>
          <p:cNvPr id="65" name="Text 63"/>
          <p:cNvSpPr/>
          <p:nvPr/>
        </p:nvSpPr>
        <p:spPr>
          <a:xfrm>
            <a:off x="457200" y="2148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6F6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BOTTLE, BAG AND WRAPPER GETS ITEMIZED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40080" y="2606040"/>
            <a:ext cx="64922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640080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82.8g</a:t>
            </a:r>
            <a:endParaRPr lang="en-US" sz="4600" dirty="0"/>
          </a:p>
        </p:txBody>
      </p:sp>
      <p:sp>
        <p:nvSpPr>
          <p:cNvPr id="68" name="Text 66"/>
          <p:cNvSpPr/>
          <p:nvPr/>
        </p:nvSpPr>
        <p:spPr>
          <a:xfrm>
            <a:off x="640080" y="3520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PER SINGLE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PLASTIC BOTTLE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023360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 YRS</a:t>
            </a:r>
            <a:endParaRPr lang="en-US" sz="4600" dirty="0"/>
          </a:p>
        </p:txBody>
      </p:sp>
      <p:sp>
        <p:nvSpPr>
          <p:cNvPr id="70" name="Text 68"/>
          <p:cNvSpPr/>
          <p:nvPr/>
        </p:nvSpPr>
        <p:spPr>
          <a:xfrm>
            <a:off x="4023360" y="3520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ONE BOTTLE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DOWN IN NATURE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40080" y="4224528"/>
            <a:ext cx="64922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</a:ln>
        </p:spPr>
      </p:sp>
      <p:pic>
        <p:nvPicPr>
          <p:cNvPr id="7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4434840"/>
            <a:ext cx="585216" cy="585216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640080" y="50749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</a:t>
            </a:r>
            <a:endParaRPr lang="en-US" sz="1050" dirty="0"/>
          </a:p>
        </p:txBody>
      </p:sp>
      <p:sp>
        <p:nvSpPr>
          <p:cNvPr id="74" name="Text 71"/>
          <p:cNvSpPr/>
          <p:nvPr/>
        </p:nvSpPr>
        <p:spPr>
          <a:xfrm>
            <a:off x="640080" y="53218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82.8g CO2 · 450 yr</a:t>
            </a:r>
            <a:endParaRPr lang="en-US" sz="850" dirty="0"/>
          </a:p>
        </p:txBody>
      </p:sp>
      <p:pic>
        <p:nvPicPr>
          <p:cNvPr id="7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4" y="4434840"/>
            <a:ext cx="585216" cy="585216"/>
          </a:xfrm>
          <a:prstGeom prst="rect">
            <a:avLst/>
          </a:prstGeom>
        </p:spPr>
      </p:pic>
      <p:sp>
        <p:nvSpPr>
          <p:cNvPr id="76" name="Text 72"/>
          <p:cNvSpPr/>
          <p:nvPr/>
        </p:nvSpPr>
        <p:spPr>
          <a:xfrm>
            <a:off x="1938528" y="50749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</a:t>
            </a:r>
            <a:endParaRPr lang="en-US" sz="1050" dirty="0"/>
          </a:p>
        </p:txBody>
      </p:sp>
      <p:sp>
        <p:nvSpPr>
          <p:cNvPr id="77" name="Text 73"/>
          <p:cNvSpPr/>
          <p:nvPr/>
        </p:nvSpPr>
        <p:spPr>
          <a:xfrm>
            <a:off x="1938528" y="53218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10.0g CO2 · 20 yr</a:t>
            </a:r>
            <a:endParaRPr lang="en-US" sz="850" dirty="0"/>
          </a:p>
        </p:txBody>
      </p:sp>
      <p:pic>
        <p:nvPicPr>
          <p:cNvPr id="7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4434840"/>
            <a:ext cx="585216" cy="585216"/>
          </a:xfrm>
          <a:prstGeom prst="rect">
            <a:avLst/>
          </a:prstGeom>
        </p:spPr>
      </p:pic>
      <p:sp>
        <p:nvSpPr>
          <p:cNvPr id="79" name="Text 74"/>
          <p:cNvSpPr/>
          <p:nvPr/>
        </p:nvSpPr>
        <p:spPr>
          <a:xfrm>
            <a:off x="3236976" y="50749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STRAW</a:t>
            </a:r>
            <a:endParaRPr lang="en-US" sz="1050" dirty="0"/>
          </a:p>
        </p:txBody>
      </p:sp>
      <p:sp>
        <p:nvSpPr>
          <p:cNvPr id="80" name="Text 75"/>
          <p:cNvSpPr/>
          <p:nvPr/>
        </p:nvSpPr>
        <p:spPr>
          <a:xfrm>
            <a:off x="3236976" y="53218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1.5g CO2 · 200 yr</a:t>
            </a:r>
            <a:endParaRPr lang="en-US" sz="850" dirty="0"/>
          </a:p>
        </p:txBody>
      </p:sp>
      <p:pic>
        <p:nvPicPr>
          <p:cNvPr id="8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434840"/>
            <a:ext cx="585216" cy="585216"/>
          </a:xfrm>
          <a:prstGeom prst="rect">
            <a:avLst/>
          </a:prstGeom>
        </p:spPr>
      </p:pic>
      <p:sp>
        <p:nvSpPr>
          <p:cNvPr id="82" name="Text 76"/>
          <p:cNvSpPr/>
          <p:nvPr/>
        </p:nvSpPr>
        <p:spPr>
          <a:xfrm>
            <a:off x="4535424" y="50749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</a:t>
            </a:r>
            <a:endParaRPr lang="en-US" sz="1050" dirty="0"/>
          </a:p>
        </p:txBody>
      </p:sp>
      <p:sp>
        <p:nvSpPr>
          <p:cNvPr id="83" name="Text 77"/>
          <p:cNvSpPr/>
          <p:nvPr/>
        </p:nvSpPr>
        <p:spPr>
          <a:xfrm>
            <a:off x="4535424" y="53218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15.0g CO2 · 50 yr</a:t>
            </a:r>
            <a:endParaRPr lang="en-US" sz="850" dirty="0"/>
          </a:p>
        </p:txBody>
      </p:sp>
      <p:pic>
        <p:nvPicPr>
          <p:cNvPr id="8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4434840"/>
            <a:ext cx="585216" cy="585216"/>
          </a:xfrm>
          <a:prstGeom prst="rect">
            <a:avLst/>
          </a:prstGeom>
        </p:spPr>
      </p:pic>
      <p:sp>
        <p:nvSpPr>
          <p:cNvPr id="85" name="Text 78"/>
          <p:cNvSpPr/>
          <p:nvPr/>
        </p:nvSpPr>
        <p:spPr>
          <a:xfrm>
            <a:off x="5833872" y="50749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</a:t>
            </a:r>
            <a:endParaRPr lang="en-US" sz="1050" dirty="0"/>
          </a:p>
        </p:txBody>
      </p:sp>
      <p:sp>
        <p:nvSpPr>
          <p:cNvPr id="86" name="Text 79"/>
          <p:cNvSpPr/>
          <p:nvPr/>
        </p:nvSpPr>
        <p:spPr>
          <a:xfrm>
            <a:off x="5833872" y="53218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C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6.0g CO2 · 100 yr</a:t>
            </a:r>
            <a:endParaRPr lang="en-US" sz="850" dirty="0"/>
          </a:p>
        </p:txBody>
      </p:sp>
      <p:sp>
        <p:nvSpPr>
          <p:cNvPr id="87" name="Shape 80"/>
          <p:cNvSpPr/>
          <p:nvPr/>
        </p:nvSpPr>
        <p:spPr>
          <a:xfrm>
            <a:off x="640080" y="5989320"/>
            <a:ext cx="64922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</a:ln>
        </p:spPr>
      </p:sp>
      <p:sp>
        <p:nvSpPr>
          <p:cNvPr id="88" name="Shape 81"/>
          <p:cNvSpPr/>
          <p:nvPr/>
        </p:nvSpPr>
        <p:spPr>
          <a:xfrm>
            <a:off x="640080" y="6263640"/>
            <a:ext cx="6492240" cy="1051560"/>
          </a:xfrm>
          <a:prstGeom prst="rect">
            <a:avLst/>
          </a:prstGeom>
          <a:solidFill>
            <a:srgbClr val="F3F1E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9" name="Text 82"/>
          <p:cNvSpPr/>
          <p:nvPr/>
        </p:nvSpPr>
        <p:spPr>
          <a:xfrm>
            <a:off x="914400" y="635508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your class of 40 students each uses just 5 plastic items a day, that's </a:t>
            </a:r>
            <a:pPr algn="ctr" indent="0" marL="0">
              <a:buNone/>
            </a:pPr>
            <a:r>
              <a:rPr lang="en-US" sz="1400" b="1" i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~5.3 kg of CO2 and 200+ items</a:t>
            </a:r>
            <a:pPr algn="ctr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waste — every single day.</a:t>
            </a:r>
            <a:endParaRPr lang="en-US" sz="1400" dirty="0"/>
          </a:p>
        </p:txBody>
      </p:sp>
      <p:sp>
        <p:nvSpPr>
          <p:cNvPr id="90" name="Shape 83"/>
          <p:cNvSpPr/>
          <p:nvPr/>
        </p:nvSpPr>
        <p:spPr>
          <a:xfrm rot="-180000">
            <a:off x="2880360" y="7543800"/>
            <a:ext cx="2011680" cy="457200"/>
          </a:xfrm>
          <a:prstGeom prst="rect">
            <a:avLst/>
          </a:prstGeom>
          <a:solidFill>
            <a:srgbClr val="FBFAF6"/>
          </a:solidFill>
          <a:ln w="31750">
            <a:solidFill>
              <a:srgbClr val="2F6B4F"/>
            </a:solidFill>
            <a:prstDash val="solid"/>
          </a:ln>
        </p:spPr>
      </p:sp>
      <p:sp>
        <p:nvSpPr>
          <p:cNvPr id="91" name="Text 84"/>
          <p:cNvSpPr/>
          <p:nvPr/>
        </p:nvSpPr>
        <p:spPr>
          <a:xfrm rot="-180000">
            <a:off x="2880360" y="7543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· REUSE · REFUSE</a:t>
            </a:r>
            <a:endParaRPr lang="en-US" sz="1050" dirty="0"/>
          </a:p>
        </p:txBody>
      </p:sp>
      <p:sp>
        <p:nvSpPr>
          <p:cNvPr id="92" name="Shape 85"/>
          <p:cNvSpPr/>
          <p:nvPr/>
        </p:nvSpPr>
        <p:spPr>
          <a:xfrm>
            <a:off x="640080" y="8275320"/>
            <a:ext cx="6492240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3" name="Text 86"/>
          <p:cNvSpPr/>
          <p:nvPr/>
        </p:nvSpPr>
        <p:spPr>
          <a:xfrm>
            <a:off x="822960" y="839419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B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YOUR OWN PLASTIC RECEIPT</a:t>
            </a:r>
            <a:endParaRPr lang="en-US" sz="1200" dirty="0"/>
          </a:p>
        </p:txBody>
      </p:sp>
      <p:sp>
        <p:nvSpPr>
          <p:cNvPr id="94" name="Text 87"/>
          <p:cNvSpPr/>
          <p:nvPr/>
        </p:nvSpPr>
        <p:spPr>
          <a:xfrm>
            <a:off x="822960" y="870508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5 quick questions → see your CO2 footprint instantly.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D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facilitator for today's link, or scan the QR code on screen.</a:t>
            </a:r>
            <a:endParaRPr lang="en-US" sz="1050" dirty="0"/>
          </a:p>
        </p:txBody>
      </p:sp>
      <p:sp>
        <p:nvSpPr>
          <p:cNvPr id="95" name="Shape 88"/>
          <p:cNvSpPr/>
          <p:nvPr/>
        </p:nvSpPr>
        <p:spPr>
          <a:xfrm>
            <a:off x="676656" y="9464040"/>
            <a:ext cx="32004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6" name="Shape 89"/>
          <p:cNvSpPr/>
          <p:nvPr/>
        </p:nvSpPr>
        <p:spPr>
          <a:xfrm>
            <a:off x="726948" y="9464040"/>
            <a:ext cx="13716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7" name="Shape 90"/>
          <p:cNvSpPr/>
          <p:nvPr/>
        </p:nvSpPr>
        <p:spPr>
          <a:xfrm>
            <a:off x="822960" y="9464040"/>
            <a:ext cx="18288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8" name="Shape 91"/>
          <p:cNvSpPr/>
          <p:nvPr/>
        </p:nvSpPr>
        <p:spPr>
          <a:xfrm>
            <a:off x="859536" y="9464040"/>
            <a:ext cx="32004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9" name="Shape 92"/>
          <p:cNvSpPr/>
          <p:nvPr/>
        </p:nvSpPr>
        <p:spPr>
          <a:xfrm>
            <a:off x="941832" y="9464040"/>
            <a:ext cx="4572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0" name="Shape 93"/>
          <p:cNvSpPr/>
          <p:nvPr/>
        </p:nvSpPr>
        <p:spPr>
          <a:xfrm>
            <a:off x="1005840" y="9464040"/>
            <a:ext cx="18288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1" name="Shape 94"/>
          <p:cNvSpPr/>
          <p:nvPr/>
        </p:nvSpPr>
        <p:spPr>
          <a:xfrm>
            <a:off x="1092708" y="9464040"/>
            <a:ext cx="13716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2" name="Shape 95"/>
          <p:cNvSpPr/>
          <p:nvPr/>
        </p:nvSpPr>
        <p:spPr>
          <a:xfrm>
            <a:off x="1124712" y="9464040"/>
            <a:ext cx="4572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3" name="Shape 96"/>
          <p:cNvSpPr/>
          <p:nvPr/>
        </p:nvSpPr>
        <p:spPr>
          <a:xfrm>
            <a:off x="1225296" y="9464040"/>
            <a:ext cx="32004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4" name="Shape 97"/>
          <p:cNvSpPr/>
          <p:nvPr/>
        </p:nvSpPr>
        <p:spPr>
          <a:xfrm>
            <a:off x="1275588" y="9464040"/>
            <a:ext cx="13716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5" name="Shape 98"/>
          <p:cNvSpPr/>
          <p:nvPr/>
        </p:nvSpPr>
        <p:spPr>
          <a:xfrm>
            <a:off x="1371600" y="9464040"/>
            <a:ext cx="18288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6" name="Shape 99"/>
          <p:cNvSpPr/>
          <p:nvPr/>
        </p:nvSpPr>
        <p:spPr>
          <a:xfrm>
            <a:off x="1408176" y="9464040"/>
            <a:ext cx="32004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7" name="Shape 100"/>
          <p:cNvSpPr/>
          <p:nvPr/>
        </p:nvSpPr>
        <p:spPr>
          <a:xfrm>
            <a:off x="1490472" y="9464040"/>
            <a:ext cx="4572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8" name="Shape 101"/>
          <p:cNvSpPr/>
          <p:nvPr/>
        </p:nvSpPr>
        <p:spPr>
          <a:xfrm>
            <a:off x="1554480" y="9464040"/>
            <a:ext cx="18288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9" name="Shape 102"/>
          <p:cNvSpPr/>
          <p:nvPr/>
        </p:nvSpPr>
        <p:spPr>
          <a:xfrm>
            <a:off x="1641348" y="9464040"/>
            <a:ext cx="13716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0" name="Shape 103"/>
          <p:cNvSpPr/>
          <p:nvPr/>
        </p:nvSpPr>
        <p:spPr>
          <a:xfrm>
            <a:off x="1673352" y="9464040"/>
            <a:ext cx="4572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1" name="Shape 104"/>
          <p:cNvSpPr/>
          <p:nvPr/>
        </p:nvSpPr>
        <p:spPr>
          <a:xfrm>
            <a:off x="1773936" y="9464040"/>
            <a:ext cx="32004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2" name="Shape 105"/>
          <p:cNvSpPr/>
          <p:nvPr/>
        </p:nvSpPr>
        <p:spPr>
          <a:xfrm>
            <a:off x="1824228" y="9464040"/>
            <a:ext cx="13716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3" name="Shape 106"/>
          <p:cNvSpPr/>
          <p:nvPr/>
        </p:nvSpPr>
        <p:spPr>
          <a:xfrm>
            <a:off x="1920240" y="9464040"/>
            <a:ext cx="18288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4" name="Shape 107"/>
          <p:cNvSpPr/>
          <p:nvPr/>
        </p:nvSpPr>
        <p:spPr>
          <a:xfrm>
            <a:off x="1956816" y="9464040"/>
            <a:ext cx="32004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5" name="Shape 108"/>
          <p:cNvSpPr/>
          <p:nvPr/>
        </p:nvSpPr>
        <p:spPr>
          <a:xfrm>
            <a:off x="2039112" y="9464040"/>
            <a:ext cx="4572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6" name="Shape 109"/>
          <p:cNvSpPr/>
          <p:nvPr/>
        </p:nvSpPr>
        <p:spPr>
          <a:xfrm>
            <a:off x="2103120" y="9464040"/>
            <a:ext cx="18288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7" name="Shape 110"/>
          <p:cNvSpPr/>
          <p:nvPr/>
        </p:nvSpPr>
        <p:spPr>
          <a:xfrm>
            <a:off x="2189988" y="9464040"/>
            <a:ext cx="13716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8" name="Shape 111"/>
          <p:cNvSpPr/>
          <p:nvPr/>
        </p:nvSpPr>
        <p:spPr>
          <a:xfrm>
            <a:off x="2221992" y="9464040"/>
            <a:ext cx="4572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9" name="Shape 112"/>
          <p:cNvSpPr/>
          <p:nvPr/>
        </p:nvSpPr>
        <p:spPr>
          <a:xfrm>
            <a:off x="2322576" y="9464040"/>
            <a:ext cx="32004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0" name="Shape 113"/>
          <p:cNvSpPr/>
          <p:nvPr/>
        </p:nvSpPr>
        <p:spPr>
          <a:xfrm>
            <a:off x="2372868" y="9464040"/>
            <a:ext cx="13716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1" name="Shape 114"/>
          <p:cNvSpPr/>
          <p:nvPr/>
        </p:nvSpPr>
        <p:spPr>
          <a:xfrm>
            <a:off x="2468880" y="9464040"/>
            <a:ext cx="18288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2" name="Shape 115"/>
          <p:cNvSpPr/>
          <p:nvPr/>
        </p:nvSpPr>
        <p:spPr>
          <a:xfrm>
            <a:off x="2505456" y="9464040"/>
            <a:ext cx="32004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3" name="Shape 116"/>
          <p:cNvSpPr/>
          <p:nvPr/>
        </p:nvSpPr>
        <p:spPr>
          <a:xfrm>
            <a:off x="2587752" y="9464040"/>
            <a:ext cx="4572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4" name="Shape 117"/>
          <p:cNvSpPr/>
          <p:nvPr/>
        </p:nvSpPr>
        <p:spPr>
          <a:xfrm>
            <a:off x="2651760" y="9464040"/>
            <a:ext cx="18288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5" name="Shape 118"/>
          <p:cNvSpPr/>
          <p:nvPr/>
        </p:nvSpPr>
        <p:spPr>
          <a:xfrm>
            <a:off x="2738628" y="9464040"/>
            <a:ext cx="13716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6" name="Shape 119"/>
          <p:cNvSpPr/>
          <p:nvPr/>
        </p:nvSpPr>
        <p:spPr>
          <a:xfrm>
            <a:off x="2770632" y="9464040"/>
            <a:ext cx="4572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7" name="Shape 120"/>
          <p:cNvSpPr/>
          <p:nvPr/>
        </p:nvSpPr>
        <p:spPr>
          <a:xfrm>
            <a:off x="2871216" y="9464040"/>
            <a:ext cx="32004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8" name="Shape 121"/>
          <p:cNvSpPr/>
          <p:nvPr/>
        </p:nvSpPr>
        <p:spPr>
          <a:xfrm>
            <a:off x="2921508" y="9464040"/>
            <a:ext cx="13716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9" name="Shape 122"/>
          <p:cNvSpPr/>
          <p:nvPr/>
        </p:nvSpPr>
        <p:spPr>
          <a:xfrm>
            <a:off x="3017520" y="9464040"/>
            <a:ext cx="18288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0" name="Shape 123"/>
          <p:cNvSpPr/>
          <p:nvPr/>
        </p:nvSpPr>
        <p:spPr>
          <a:xfrm>
            <a:off x="3054096" y="9464040"/>
            <a:ext cx="32004" cy="292608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Daily Plastic Receipt</dc:title>
  <dc:subject>PptxGenJS Presentation</dc:subject>
  <dc:creator>Plastic Awareness Program</dc:creator>
  <cp:lastModifiedBy>Plastic Awareness Program</cp:lastModifiedBy>
  <cp:revision>1</cp:revision>
  <dcterms:created xsi:type="dcterms:W3CDTF">2026-07-08T05:42:19Z</dcterms:created>
  <dcterms:modified xsi:type="dcterms:W3CDTF">2026-07-08T05:42:19Z</dcterms:modified>
</cp:coreProperties>
</file>